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59864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1802159"/>
            <a:ext cx="2333625" cy="285750"/>
          </a:xfrm>
          <a:prstGeom prst="roundRect">
            <a:avLst>
              <a:gd fmla="val 50000" name="adj"/>
            </a:avLst>
          </a:prstGeom>
          <a:solidFill>
            <a:srgbClr val="0F2C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59864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87962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8950" y="4879627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125" y="487962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2316509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Ekstraksi &amp; Pembersihan Data Prakiraan Cuaca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646140"/>
            <a:ext cx="6762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Pipa pemrosesan data otomatis untuk ekstraksi prakiraan cuaca per jam di 5 kota utama Indonesia.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1859309"/>
            <a:ext cx="2124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 PROJECT ANALISIS DATA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209925" y="1859309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362325" y="1859309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WeatherAPI.com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09650" y="4874865"/>
            <a:ext cx="2143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Endpoint: /forecast.json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257550" y="4874865"/>
            <a:ext cx="15597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Lokasi Pantauan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076825" y="4874865"/>
            <a:ext cx="17264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360 Baris Data Akhir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609600" y="1990725"/>
            <a:ext cx="5334000" cy="1152525"/>
          </a:xfrm>
          <a:prstGeom prst="roundRect">
            <a:avLst>
              <a:gd fmla="val 132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3333750"/>
            <a:ext cx="5334000" cy="1152525"/>
          </a:xfrm>
          <a:prstGeom prst="roundRect">
            <a:avLst>
              <a:gd fmla="val 132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" y="4676775"/>
            <a:ext cx="5334000" cy="1152525"/>
          </a:xfrm>
          <a:prstGeom prst="roundRect">
            <a:avLst>
              <a:gd fmla="val 132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495425"/>
            <a:ext cx="533400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495425"/>
            <a:ext cx="533400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2621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360521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494823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24336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700" y="37766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51196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RINGKASAN DATASET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Cakupan &amp; Metrik Utama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714500" y="2257425"/>
            <a:ext cx="30837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360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714500" y="2676525"/>
            <a:ext cx="30837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Baris Dataset (100% Terjaga)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714500" y="3600450"/>
            <a:ext cx="45839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Lokasi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714500" y="4019550"/>
            <a:ext cx="4583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Jakarta, Bandung, Surabaya, Yogyakarta, Denpasar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714500" y="4943475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16 Kolom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714500" y="5362575"/>
            <a:ext cx="3619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Atribut Geografi, Waktu, &amp; Metrik Cuaca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609600" y="2879526"/>
            <a:ext cx="3505200" cy="2099071"/>
          </a:xfrm>
          <a:prstGeom prst="roundRect">
            <a:avLst>
              <a:gd fmla="val 7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343400" y="2879526"/>
            <a:ext cx="3505200" cy="2099071"/>
          </a:xfrm>
          <a:prstGeom prst="roundRect">
            <a:avLst>
              <a:gd fmla="val 7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077200" y="2879526"/>
            <a:ext cx="3505200" cy="2099071"/>
          </a:xfrm>
          <a:prstGeom prst="roundRect">
            <a:avLst>
              <a:gd fmla="val 7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19385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19385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19385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412" y="330815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8212" y="330815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5825" y="330815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ARSITEKTUR MODUL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 Class KlienWeatherAPI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23925" y="3803451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_request()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23925" y="4184451"/>
            <a:ext cx="29718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Metode privat penanganan HTTP request.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657725" y="3803451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ambil_forecast()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657725" y="4184451"/>
            <a:ext cx="29718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Penarikan data prakiraan cuaca lokasi.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91525" y="3803451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forecast_ke_tabel()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91525" y="4184451"/>
            <a:ext cx="359568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Konversi respons JSON ke tabular.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609600" y="2500312"/>
            <a:ext cx="5686425" cy="2819400"/>
          </a:xfrm>
          <a:prstGeom prst="roundRect">
            <a:avLst>
              <a:gd fmla="val 67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962025" y="4090987"/>
            <a:ext cx="4981575" cy="876300"/>
          </a:xfrm>
          <a:prstGeom prst="roundRect">
            <a:avLst>
              <a:gd fmla="val 1304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600825" y="2676525"/>
            <a:ext cx="4981575" cy="12192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600825" y="4086225"/>
            <a:ext cx="4981575" cy="1057275"/>
          </a:xfrm>
          <a:prstGeom prst="roundRect">
            <a:avLst>
              <a:gd fmla="val 144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287178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7812" y="31718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7050" y="4367212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34212" y="451008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KUALITAS DATA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Proses &amp; Temuan Cleaning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2025" y="3348037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Fungsi khusus untuk menstandardisasi teks kondisi cuaca dan menangani entri kosong secara konsisten.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333500" y="285273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Fungsi bersihkan_kondisi()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152525" y="4281487"/>
            <a:ext cx="57507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 Validasi Teks: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152525" y="4557712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Kondisi kosong berhasil diberi penanda.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877050" y="2952750"/>
            <a:ext cx="2143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Baris Sebelum Cleaning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877050" y="3190875"/>
            <a:ext cx="21431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360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944100" y="2952750"/>
            <a:ext cx="1702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Baris Akhir Dataset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944100" y="3190875"/>
            <a:ext cx="170259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360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562850" y="4362450"/>
            <a:ext cx="39290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Baris Duplikat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7562850" y="4667250"/>
            <a:ext cx="3929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 ada baris kembar yang perlu dibuang.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609600" y="2662237"/>
            <a:ext cx="5391150" cy="1038225"/>
          </a:xfrm>
          <a:prstGeom prst="roundRect">
            <a:avLst>
              <a:gd fmla="val 128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191250" y="2662237"/>
            <a:ext cx="5391150" cy="1038225"/>
          </a:xfrm>
          <a:prstGeom prst="roundRect">
            <a:avLst>
              <a:gd fmla="val 128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09600" y="3890962"/>
            <a:ext cx="5391150" cy="126682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191250" y="3890962"/>
            <a:ext cx="5391150" cy="126682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9241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29241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152900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4152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 DATA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Anatomi 16 Kolom Dataset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47725" y="3233737"/>
            <a:ext cx="614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Lokasi, Negara, Latitude, Longitude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429375" y="3233737"/>
            <a:ext cx="576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Tanggal, Waktu (Format Prakiraan Per Jam)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47725" y="4462462"/>
            <a:ext cx="614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Suhu_C, Terasa_C, Kondisi, UV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429375" y="446246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Kelembapan_pct, Peluang_Hujan_pct, Curah_Hujan_mm, Kecepatan_Angin_kph, Tekanan_mb, Tutupan_Awan_pct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114425" y="2900362"/>
            <a:ext cx="16252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Dimensi Lokasi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696075" y="2900362"/>
            <a:ext cx="161270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Dimensi Waktu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047750" y="4129087"/>
            <a:ext cx="163770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Suhu &amp; Kondisi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696075" y="4129087"/>
            <a:ext cx="17627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Metrik Atmosfer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4024312" y="4586287"/>
            <a:ext cx="2162175" cy="3905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338887" y="4586287"/>
            <a:ext cx="1828800" cy="3905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8811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0" y="20716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2889349" y="2909887"/>
            <a:ext cx="641330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Kesimpulan Mini Project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809750" y="359568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Proses ekstraksi data dari WeatherAPI berjalan lancar dengan integritas data 100%. Dataset akhir siap untuk analisis lanjutan dan visualisasi.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3982640" y="4681537"/>
            <a:ext cx="22455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Clean &amp; Structured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338887" y="4681537"/>
            <a:ext cx="1828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Ready for Analytics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